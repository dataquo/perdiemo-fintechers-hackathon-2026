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0343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695456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5962878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003234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81601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9732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3824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2074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168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EC8D6-018D-3A8A-D9A5-A013652BF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27C67B-A7F1-68E9-EF92-2EF1924CB6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26793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63267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948671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4297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84418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401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24200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41587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28339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59960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10056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01636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49977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15137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0091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758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03453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880119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346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1784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08129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65059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98919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216048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7248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700314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56481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3437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711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025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768333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876162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36428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2755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0546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66941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08357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699665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89133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44916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99664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56399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07146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053328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00000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8440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30499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72586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0129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833346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1886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22012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4314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690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786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23909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33232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99143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01031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93459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21869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924207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48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0693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PerDiemo</a:t>
            </a:r>
            <a:br>
              <a:rPr lang="en-US"/>
            </a:br>
            <a:r>
              <a:rPr lang="en-US"/>
              <a:t>2026</a:t>
            </a:r>
            <a:endParaRPr lang="en-US"/>
          </a:p>
        </p:txBody>
      </p:sp>
      <p:sp>
        <p:nvSpPr>
          <p:cNvPr id="22388170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Hackathon FinTechers demo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511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Use case 1- entrepreneur</a:t>
            </a:r>
            <a:endParaRPr/>
          </a:p>
        </p:txBody>
      </p:sp>
      <p:sp>
        <p:nvSpPr>
          <p:cNvPr id="3877986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Traveler has 3 business trips per month ~40 per year</a:t>
            </a:r>
            <a:endParaRPr/>
          </a:p>
          <a:p>
            <a:pPr>
              <a:defRPr/>
            </a:pPr>
            <a:r>
              <a:rPr/>
              <a:t>Massive administration overhead when trips stored in calendar </a:t>
            </a:r>
            <a:endParaRPr/>
          </a:p>
          <a:p>
            <a:pPr>
              <a:defRPr/>
            </a:pPr>
            <a:r>
              <a:rPr b="1" u="none"/>
              <a:t>Pain point</a:t>
            </a:r>
            <a:r>
              <a:rPr/>
              <a:t>: after each trip manual </a:t>
            </a:r>
            <a:r>
              <a:rPr/>
              <a:t>excel fill-outs</a:t>
            </a:r>
            <a:endParaRPr/>
          </a:p>
          <a:p>
            <a:pPr>
              <a:defRPr/>
            </a:pPr>
            <a:r>
              <a:rPr/>
              <a:t>PerDiemo solves it by parsing natural language input</a:t>
            </a:r>
            <a:endParaRPr/>
          </a:p>
          <a:p>
            <a:pPr>
              <a:defRPr/>
            </a:pPr>
            <a:r>
              <a:rPr/>
              <a:t>Trip description </a:t>
            </a:r>
            <a:r>
              <a:rPr/>
              <a:t>convents to legally compliment PDF/Excel</a:t>
            </a:r>
            <a:endParaRPr/>
          </a:p>
          <a:p>
            <a:pPr>
              <a:defRPr/>
            </a:pPr>
            <a:r>
              <a:rPr/>
              <a:t>Saves hours of his valuable time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8020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Use case 2 – Employee pays with corporate card during business trip	</a:t>
            </a:r>
            <a:endParaRPr/>
          </a:p>
        </p:txBody>
      </p:sp>
      <p:sp>
        <p:nvSpPr>
          <p:cNvPr id="151709638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Pain Point: </a:t>
            </a:r>
            <a:endParaRPr/>
          </a:p>
          <a:p>
            <a:pPr lvl="1">
              <a:defRPr/>
            </a:pPr>
            <a:r>
              <a:rPr/>
              <a:t>Card transactions need to be processed to create a trip </a:t>
            </a:r>
            <a:endParaRPr/>
          </a:p>
          <a:p>
            <a:pPr>
              <a:defRPr/>
            </a:pPr>
            <a:r>
              <a:rPr/>
              <a:t>Banking transactions get enriched with better data</a:t>
            </a:r>
            <a:endParaRPr/>
          </a:p>
          <a:p>
            <a:pPr lvl="1">
              <a:defRPr/>
            </a:pPr>
            <a:r>
              <a:rPr/>
              <a:t>merchant determination</a:t>
            </a:r>
            <a:endParaRPr/>
          </a:p>
          <a:p>
            <a:pPr lvl="1">
              <a:defRPr/>
            </a:pPr>
            <a:r>
              <a:rPr/>
              <a:t>category identification</a:t>
            </a:r>
            <a:endParaRPr/>
          </a:p>
          <a:p>
            <a:pPr lvl="0">
              <a:defRPr/>
            </a:pPr>
            <a:r>
              <a:rPr/>
              <a:t>Solution: </a:t>
            </a:r>
            <a:endParaRPr/>
          </a:p>
          <a:p>
            <a:pPr lvl="1">
              <a:defRPr/>
            </a:pPr>
            <a:r>
              <a:rPr/>
              <a:t>System processes transaction automatically and flags non-compliance </a:t>
            </a:r>
            <a:endParaRPr/>
          </a:p>
          <a:p>
            <a:pPr lvl="1">
              <a:defRPr/>
            </a:pPr>
            <a:r>
              <a:rPr/>
              <a:t>Combination of AI prompts and deterministic API calls to trips engine</a:t>
            </a:r>
            <a:endParaRPr/>
          </a:p>
          <a:p>
            <a:pPr lvl="0">
              <a:defRPr/>
            </a:pPr>
            <a:r>
              <a:rPr/>
              <a:t>Benefits</a:t>
            </a:r>
            <a:endParaRPr/>
          </a:p>
          <a:p>
            <a:pPr lvl="1">
              <a:defRPr/>
            </a:pPr>
            <a:r>
              <a:rPr/>
              <a:t>Employee </a:t>
            </a:r>
            <a:r>
              <a:rPr/>
              <a:t>have the business trip automatically created based on payments</a:t>
            </a:r>
            <a:endParaRPr/>
          </a:p>
          <a:p>
            <a:pPr lvl="1">
              <a:defRPr/>
            </a:pPr>
            <a:r>
              <a:rPr/>
              <a:t>Manager can approve or have AI engine fix issues automatically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2026-10-20T09:57:24Z</dcterms:modified>
</cp:coreProperties>
</file>