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8971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10065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201510503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06543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4557885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14069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464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4858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292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CEC8D6-018D-3A8A-D9A5-A013652BF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27C67B-A7F1-68E9-EF92-2EF1924CB6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FDA67F-B533-E123-A277-77246CCB2C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34021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72797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90331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492945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955229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531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4113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413889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548171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2723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50023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21470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54140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74960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7456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5765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09188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075052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01775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27577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72027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81612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2871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01838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78758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07148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448614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349808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979099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75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591732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178721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859168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64803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420289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3817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2804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42151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79512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3010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39339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2670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8116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674647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25664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86649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91345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85183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0488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4760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05135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69592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03175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6900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25991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9633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382769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05528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2486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87578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061103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399523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213705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28416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PerDiemo</a:t>
            </a:r>
            <a:br>
              <a:rPr lang="en-US"/>
            </a:br>
            <a:r>
              <a:rPr lang="en-US"/>
              <a:t>2026</a:t>
            </a:r>
            <a:endParaRPr lang="en-US"/>
          </a:p>
        </p:txBody>
      </p:sp>
      <p:sp>
        <p:nvSpPr>
          <p:cNvPr id="75662863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Hackathon FinTechers demo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9511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Use case 1- entrepreneur</a:t>
            </a:r>
            <a:endParaRPr/>
          </a:p>
        </p:txBody>
      </p:sp>
      <p:sp>
        <p:nvSpPr>
          <p:cNvPr id="3877986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Traveler has 3 business trips per month ~40 per year</a:t>
            </a:r>
            <a:endParaRPr/>
          </a:p>
          <a:p>
            <a:pPr>
              <a:defRPr/>
            </a:pPr>
            <a:r>
              <a:rPr/>
              <a:t>Massive administration overhead when trips stored in calendar </a:t>
            </a:r>
            <a:endParaRPr/>
          </a:p>
          <a:p>
            <a:pPr>
              <a:defRPr/>
            </a:pPr>
            <a:r>
              <a:rPr b="1" u="none"/>
              <a:t>Pain point</a:t>
            </a:r>
            <a:r>
              <a:rPr/>
              <a:t>: after each trip manual </a:t>
            </a:r>
            <a:r>
              <a:rPr/>
              <a:t>excel fill-outs</a:t>
            </a:r>
            <a:endParaRPr/>
          </a:p>
          <a:p>
            <a:pPr>
              <a:defRPr/>
            </a:pPr>
            <a:r>
              <a:rPr/>
              <a:t>PerDiemo solves it by parsing natural language input</a:t>
            </a:r>
            <a:endParaRPr/>
          </a:p>
          <a:p>
            <a:pPr>
              <a:defRPr/>
            </a:pPr>
            <a:r>
              <a:rPr/>
              <a:t>Trip description </a:t>
            </a:r>
            <a:r>
              <a:rPr/>
              <a:t>convents to legally compliment PDF/Excel</a:t>
            </a:r>
            <a:endParaRPr/>
          </a:p>
          <a:p>
            <a:pPr>
              <a:defRPr/>
            </a:pPr>
            <a:r>
              <a:rPr/>
              <a:t>Saves hours of his valuable time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8020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Use case 2 – Employee pays with corporate card during business trip	</a:t>
            </a:r>
            <a:endParaRPr/>
          </a:p>
        </p:txBody>
      </p:sp>
      <p:sp>
        <p:nvSpPr>
          <p:cNvPr id="151709638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/>
              <a:t>Pain Point: </a:t>
            </a:r>
            <a:endParaRPr/>
          </a:p>
          <a:p>
            <a:pPr lvl="1">
              <a:defRPr/>
            </a:pPr>
            <a:r>
              <a:rPr/>
              <a:t>Often unclear card transactions need to be processed to create a trip </a:t>
            </a:r>
            <a:endParaRPr/>
          </a:p>
          <a:p>
            <a:pPr>
              <a:defRPr/>
            </a:pPr>
            <a:r>
              <a:rPr/>
              <a:t>Banking transactions get enriched with better data</a:t>
            </a:r>
            <a:endParaRPr/>
          </a:p>
          <a:p>
            <a:pPr lvl="1">
              <a:defRPr/>
            </a:pPr>
            <a:r>
              <a:rPr/>
              <a:t>merchant determination</a:t>
            </a:r>
            <a:endParaRPr/>
          </a:p>
          <a:p>
            <a:pPr lvl="1">
              <a:defRPr/>
            </a:pPr>
            <a:r>
              <a:rPr/>
              <a:t>category identification</a:t>
            </a:r>
            <a:endParaRPr/>
          </a:p>
          <a:p>
            <a:pPr lvl="0">
              <a:defRPr/>
            </a:pPr>
            <a:r>
              <a:rPr/>
              <a:t>Solution: </a:t>
            </a:r>
            <a:endParaRPr/>
          </a:p>
          <a:p>
            <a:pPr lvl="1">
              <a:defRPr/>
            </a:pPr>
            <a:r>
              <a:rPr/>
              <a:t>System processes transaction automatically and flags non-compliance </a:t>
            </a:r>
            <a:endParaRPr/>
          </a:p>
          <a:p>
            <a:pPr lvl="1">
              <a:defRPr/>
            </a:pPr>
            <a:r>
              <a:rPr/>
              <a:t>Combination of AI prompts and deterministic API calls to trips engine</a:t>
            </a:r>
            <a:endParaRPr/>
          </a:p>
          <a:p>
            <a:pPr lvl="0">
              <a:defRPr/>
            </a:pPr>
            <a:r>
              <a:rPr/>
              <a:t>Efficiency benefits:</a:t>
            </a:r>
            <a:endParaRPr/>
          </a:p>
          <a:p>
            <a:pPr lvl="1">
              <a:defRPr/>
            </a:pPr>
            <a:r>
              <a:rPr/>
              <a:t>Employee </a:t>
            </a:r>
            <a:r>
              <a:rPr/>
              <a:t>receives business trips automatically created based on payments</a:t>
            </a:r>
            <a:endParaRPr/>
          </a:p>
          <a:p>
            <a:pPr lvl="1">
              <a:defRPr/>
            </a:pPr>
            <a:r>
              <a:rPr/>
              <a:t>Manager can approve or have </a:t>
            </a:r>
            <a:r>
              <a:rPr b="1" u="none"/>
              <a:t>AI Copilot </a:t>
            </a:r>
            <a:r>
              <a:rPr/>
              <a:t>fix issues automatically per trip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893265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 case 3 – Employee pays with corporate card and submits invoices	</a:t>
            </a:r>
            <a:endParaRPr sz="4400"/>
          </a:p>
        </p:txBody>
      </p:sp>
      <p:sp>
        <p:nvSpPr>
          <p:cNvPr id="14416247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Pain point: </a:t>
            </a:r>
            <a:endParaRPr/>
          </a:p>
          <a:p>
            <a:pPr lvl="1">
              <a:defRPr/>
            </a:pPr>
            <a:r>
              <a:rPr/>
              <a:t>Cross check between invoices and corporate card transactions </a:t>
            </a:r>
            <a:endParaRPr/>
          </a:p>
          <a:p>
            <a:pPr lvl="1">
              <a:defRPr/>
            </a:pPr>
            <a:r>
              <a:rPr/>
              <a:t>Structured data meet free form invoices or receipts </a:t>
            </a:r>
            <a:endParaRPr/>
          </a:p>
          <a:p>
            <a:pPr>
              <a:defRPr/>
            </a:pPr>
            <a:r>
              <a:rPr/>
              <a:t>AI visual modals / OCR tech is used for invoice data extraction </a:t>
            </a:r>
            <a:endParaRPr/>
          </a:p>
          <a:p>
            <a:pPr>
              <a:defRPr/>
            </a:pPr>
            <a:r>
              <a:rPr/>
              <a:t>AI model is matching invoices to card transactions enriching them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2026-10-20T12:06:36Z</dcterms:modified>
</cp:coreProperties>
</file>